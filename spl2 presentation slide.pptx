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Helvetica World Bold" charset="1" panose="020B08000400000200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9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9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png" Type="http://schemas.openxmlformats.org/officeDocument/2006/relationships/image"/><Relationship Id="rId4" Target="../media/image16.jpe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1622" y="-767350"/>
            <a:ext cx="22013892" cy="12354774"/>
          </a:xfrm>
          <a:custGeom>
            <a:avLst/>
            <a:gdLst/>
            <a:ahLst/>
            <a:cxnLst/>
            <a:rect r="r" b="b" t="t" l="l"/>
            <a:pathLst>
              <a:path h="12354774" w="22013892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67" r="0" b="-94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793400" y="-712357"/>
            <a:ext cx="22453902" cy="11711713"/>
            <a:chOff x="0" y="0"/>
            <a:chExt cx="5913785" cy="3084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13785" cy="3084567"/>
            </a:xfrm>
            <a:custGeom>
              <a:avLst/>
              <a:gdLst/>
              <a:ahLst/>
              <a:cxnLst/>
              <a:rect r="r" b="b" t="t" l="l"/>
              <a:pathLst>
                <a:path h="3084567" w="5913785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913785" cy="3122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571132" y="6449964"/>
            <a:ext cx="6983181" cy="2908103"/>
            <a:chOff x="0" y="0"/>
            <a:chExt cx="1839192" cy="765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39192" cy="765920"/>
            </a:xfrm>
            <a:custGeom>
              <a:avLst/>
              <a:gdLst/>
              <a:ahLst/>
              <a:cxnLst/>
              <a:rect r="r" b="b" t="t" l="l"/>
              <a:pathLst>
                <a:path h="765920" w="1839192">
                  <a:moveTo>
                    <a:pt x="0" y="0"/>
                  </a:moveTo>
                  <a:lnTo>
                    <a:pt x="1839192" y="0"/>
                  </a:lnTo>
                  <a:lnTo>
                    <a:pt x="1839192" y="765920"/>
                  </a:lnTo>
                  <a:lnTo>
                    <a:pt x="0" y="765920"/>
                  </a:lnTo>
                  <a:close/>
                </a:path>
              </a:pathLst>
            </a:custGeom>
            <a:solidFill>
              <a:srgbClr val="AAD7D4"/>
            </a:solidFill>
            <a:ln w="28575" cap="sq">
              <a:solidFill>
                <a:srgbClr val="1C212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39192" cy="8040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By: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Kazi Farhana Faruque (Roll: 1506)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Md. Musfiqur Rahman Shishir (Roll: 1521)</a:t>
              </a: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Supervisor: Prof. Dr. Mohammad Shoyaib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900114" y="1676009"/>
            <a:ext cx="13066873" cy="428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b="true" sz="9000" spc="-485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MOTIONMATRIX:</a:t>
            </a:r>
          </a:p>
          <a:p>
            <a:pPr algn="ctr">
              <a:lnSpc>
                <a:spcPts val="7559"/>
              </a:lnSpc>
            </a:pPr>
          </a:p>
          <a:p>
            <a:pPr algn="ctr">
              <a:lnSpc>
                <a:spcPts val="7559"/>
              </a:lnSpc>
            </a:pPr>
            <a:r>
              <a:rPr lang="en-US" b="true" sz="9000" spc="-485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A HAND ACTIVITY DETECTION 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7788" y="-177024"/>
            <a:ext cx="7097803" cy="11057957"/>
          </a:xfrm>
          <a:custGeom>
            <a:avLst/>
            <a:gdLst/>
            <a:ahLst/>
            <a:cxnLst/>
            <a:rect r="r" b="b" t="t" l="l"/>
            <a:pathLst>
              <a:path h="11057957" w="7097803">
                <a:moveTo>
                  <a:pt x="0" y="0"/>
                </a:moveTo>
                <a:lnTo>
                  <a:pt x="7097803" y="0"/>
                </a:lnTo>
                <a:lnTo>
                  <a:pt x="7097803" y="11057957"/>
                </a:lnTo>
                <a:lnTo>
                  <a:pt x="0" y="11057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1569" t="0" r="-226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77024"/>
            <a:ext cx="7454365" cy="10601584"/>
            <a:chOff x="0" y="0"/>
            <a:chExt cx="1963290" cy="27921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63290" cy="2792187"/>
            </a:xfrm>
            <a:custGeom>
              <a:avLst/>
              <a:gdLst/>
              <a:ahLst/>
              <a:cxnLst/>
              <a:rect r="r" b="b" t="t" l="l"/>
              <a:pathLst>
                <a:path h="2792187" w="1963290">
                  <a:moveTo>
                    <a:pt x="0" y="0"/>
                  </a:moveTo>
                  <a:lnTo>
                    <a:pt x="1963290" y="0"/>
                  </a:lnTo>
                  <a:lnTo>
                    <a:pt x="1963290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63290" cy="2830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674895" y="8330998"/>
            <a:ext cx="4845334" cy="582575"/>
            <a:chOff x="0" y="0"/>
            <a:chExt cx="1276137" cy="1534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6137" cy="153435"/>
            </a:xfrm>
            <a:custGeom>
              <a:avLst/>
              <a:gdLst/>
              <a:ahLst/>
              <a:cxnLst/>
              <a:rect r="r" b="b" t="t" l="l"/>
              <a:pathLst>
                <a:path h="153435" w="1276137">
                  <a:moveTo>
                    <a:pt x="76718" y="0"/>
                  </a:moveTo>
                  <a:lnTo>
                    <a:pt x="1199420" y="0"/>
                  </a:lnTo>
                  <a:cubicBezTo>
                    <a:pt x="1219767" y="0"/>
                    <a:pt x="1239280" y="8083"/>
                    <a:pt x="1253667" y="22470"/>
                  </a:cubicBezTo>
                  <a:cubicBezTo>
                    <a:pt x="1268055" y="36857"/>
                    <a:pt x="1276137" y="56371"/>
                    <a:pt x="1276137" y="76718"/>
                  </a:cubicBezTo>
                  <a:lnTo>
                    <a:pt x="1276137" y="76718"/>
                  </a:lnTo>
                  <a:cubicBezTo>
                    <a:pt x="1276137" y="97064"/>
                    <a:pt x="1268055" y="116578"/>
                    <a:pt x="1253667" y="130965"/>
                  </a:cubicBezTo>
                  <a:cubicBezTo>
                    <a:pt x="1239280" y="145353"/>
                    <a:pt x="1219767" y="153435"/>
                    <a:pt x="1199420" y="153435"/>
                  </a:cubicBezTo>
                  <a:lnTo>
                    <a:pt x="76718" y="153435"/>
                  </a:lnTo>
                  <a:cubicBezTo>
                    <a:pt x="56371" y="153435"/>
                    <a:pt x="36857" y="145353"/>
                    <a:pt x="22470" y="130965"/>
                  </a:cubicBezTo>
                  <a:cubicBezTo>
                    <a:pt x="8083" y="116578"/>
                    <a:pt x="0" y="97064"/>
                    <a:pt x="0" y="76718"/>
                  </a:cubicBezTo>
                  <a:lnTo>
                    <a:pt x="0" y="76718"/>
                  </a:lnTo>
                  <a:cubicBezTo>
                    <a:pt x="0" y="56371"/>
                    <a:pt x="8083" y="36857"/>
                    <a:pt x="22470" y="22470"/>
                  </a:cubicBezTo>
                  <a:cubicBezTo>
                    <a:pt x="36857" y="8083"/>
                    <a:pt x="56371" y="0"/>
                    <a:pt x="76718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76137" cy="191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538569" y="1722530"/>
            <a:ext cx="8011990" cy="117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35"/>
              </a:lnSpc>
            </a:pPr>
            <a:r>
              <a:rPr lang="en-US" b="true" sz="8180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Motivation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38569" y="3536701"/>
            <a:ext cx="7898287" cy="4297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2000" spc="120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garments sector plays a vital role in the national economy. However many factories still rely on manual processes for tracking worker productivity, attendance, performance, and efficiency. This often leads to mismanagement and low productivity.</a:t>
            </a:r>
          </a:p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2000" spc="120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Our system will help floor managers to track daily activities, analyze worker performance and schedule shifts efficiently. The owner and managers will be provided data-driven insights. </a:t>
            </a:r>
          </a:p>
          <a:p>
            <a:pPr algn="l" marL="0" indent="0" lvl="0">
              <a:lnSpc>
                <a:spcPts val="245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83134" y="1616740"/>
            <a:ext cx="6830714" cy="2128485"/>
            <a:chOff x="0" y="0"/>
            <a:chExt cx="2286638" cy="7125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638" cy="712528"/>
            </a:xfrm>
            <a:custGeom>
              <a:avLst/>
              <a:gdLst/>
              <a:ahLst/>
              <a:cxnLst/>
              <a:rect r="r" b="b" t="t" l="l"/>
              <a:pathLst>
                <a:path h="712528" w="2286638">
                  <a:moveTo>
                    <a:pt x="56670" y="0"/>
                  </a:moveTo>
                  <a:lnTo>
                    <a:pt x="2229968" y="0"/>
                  </a:lnTo>
                  <a:cubicBezTo>
                    <a:pt x="2261266" y="0"/>
                    <a:pt x="2286638" y="25372"/>
                    <a:pt x="2286638" y="56670"/>
                  </a:cubicBezTo>
                  <a:lnTo>
                    <a:pt x="2286638" y="655858"/>
                  </a:lnTo>
                  <a:cubicBezTo>
                    <a:pt x="2286638" y="670888"/>
                    <a:pt x="2280667" y="685302"/>
                    <a:pt x="2270040" y="695930"/>
                  </a:cubicBezTo>
                  <a:cubicBezTo>
                    <a:pt x="2259412" y="706557"/>
                    <a:pt x="2244998" y="712528"/>
                    <a:pt x="2229968" y="712528"/>
                  </a:cubicBezTo>
                  <a:lnTo>
                    <a:pt x="56670" y="712528"/>
                  </a:lnTo>
                  <a:cubicBezTo>
                    <a:pt x="25372" y="712528"/>
                    <a:pt x="0" y="687156"/>
                    <a:pt x="0" y="655858"/>
                  </a:cubicBezTo>
                  <a:lnTo>
                    <a:pt x="0" y="56670"/>
                  </a:lnTo>
                  <a:cubicBezTo>
                    <a:pt x="0" y="41640"/>
                    <a:pt x="5971" y="27226"/>
                    <a:pt x="16598" y="16598"/>
                  </a:cubicBezTo>
                  <a:cubicBezTo>
                    <a:pt x="27226" y="5971"/>
                    <a:pt x="41640" y="0"/>
                    <a:pt x="5667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2286638" cy="626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685802" y="2275139"/>
            <a:ext cx="1023822" cy="839534"/>
          </a:xfrm>
          <a:custGeom>
            <a:avLst/>
            <a:gdLst/>
            <a:ahLst/>
            <a:cxnLst/>
            <a:rect r="r" b="b" t="t" l="l"/>
            <a:pathLst>
              <a:path h="839534" w="1023822">
                <a:moveTo>
                  <a:pt x="0" y="0"/>
                </a:moveTo>
                <a:lnTo>
                  <a:pt x="1023822" y="0"/>
                </a:lnTo>
                <a:lnTo>
                  <a:pt x="1023822" y="839533"/>
                </a:lnTo>
                <a:lnTo>
                  <a:pt x="0" y="839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083134" y="4079914"/>
            <a:ext cx="6830714" cy="2128485"/>
            <a:chOff x="0" y="0"/>
            <a:chExt cx="2286638" cy="7125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6638" cy="712528"/>
            </a:xfrm>
            <a:custGeom>
              <a:avLst/>
              <a:gdLst/>
              <a:ahLst/>
              <a:cxnLst/>
              <a:rect r="r" b="b" t="t" l="l"/>
              <a:pathLst>
                <a:path h="712528" w="2286638">
                  <a:moveTo>
                    <a:pt x="56670" y="0"/>
                  </a:moveTo>
                  <a:lnTo>
                    <a:pt x="2229968" y="0"/>
                  </a:lnTo>
                  <a:cubicBezTo>
                    <a:pt x="2261266" y="0"/>
                    <a:pt x="2286638" y="25372"/>
                    <a:pt x="2286638" y="56670"/>
                  </a:cubicBezTo>
                  <a:lnTo>
                    <a:pt x="2286638" y="655858"/>
                  </a:lnTo>
                  <a:cubicBezTo>
                    <a:pt x="2286638" y="670888"/>
                    <a:pt x="2280667" y="685302"/>
                    <a:pt x="2270040" y="695930"/>
                  </a:cubicBezTo>
                  <a:cubicBezTo>
                    <a:pt x="2259412" y="706557"/>
                    <a:pt x="2244998" y="712528"/>
                    <a:pt x="2229968" y="712528"/>
                  </a:cubicBezTo>
                  <a:lnTo>
                    <a:pt x="56670" y="712528"/>
                  </a:lnTo>
                  <a:cubicBezTo>
                    <a:pt x="25372" y="712528"/>
                    <a:pt x="0" y="687156"/>
                    <a:pt x="0" y="655858"/>
                  </a:cubicBezTo>
                  <a:lnTo>
                    <a:pt x="0" y="56670"/>
                  </a:lnTo>
                  <a:cubicBezTo>
                    <a:pt x="0" y="41640"/>
                    <a:pt x="5971" y="27226"/>
                    <a:pt x="16598" y="16598"/>
                  </a:cubicBezTo>
                  <a:cubicBezTo>
                    <a:pt x="27226" y="5971"/>
                    <a:pt x="41640" y="0"/>
                    <a:pt x="5667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85725"/>
              <a:ext cx="2286638" cy="626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083134" y="6541774"/>
            <a:ext cx="6830714" cy="2716526"/>
            <a:chOff x="0" y="0"/>
            <a:chExt cx="2286638" cy="9093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86638" cy="909379"/>
            </a:xfrm>
            <a:custGeom>
              <a:avLst/>
              <a:gdLst/>
              <a:ahLst/>
              <a:cxnLst/>
              <a:rect r="r" b="b" t="t" l="l"/>
              <a:pathLst>
                <a:path h="909379" w="2286638">
                  <a:moveTo>
                    <a:pt x="56670" y="0"/>
                  </a:moveTo>
                  <a:lnTo>
                    <a:pt x="2229968" y="0"/>
                  </a:lnTo>
                  <a:cubicBezTo>
                    <a:pt x="2261266" y="0"/>
                    <a:pt x="2286638" y="25372"/>
                    <a:pt x="2286638" y="56670"/>
                  </a:cubicBezTo>
                  <a:lnTo>
                    <a:pt x="2286638" y="852709"/>
                  </a:lnTo>
                  <a:cubicBezTo>
                    <a:pt x="2286638" y="867739"/>
                    <a:pt x="2280667" y="882154"/>
                    <a:pt x="2270040" y="892781"/>
                  </a:cubicBezTo>
                  <a:cubicBezTo>
                    <a:pt x="2259412" y="903409"/>
                    <a:pt x="2244998" y="909379"/>
                    <a:pt x="2229968" y="909379"/>
                  </a:cubicBezTo>
                  <a:lnTo>
                    <a:pt x="56670" y="909379"/>
                  </a:lnTo>
                  <a:cubicBezTo>
                    <a:pt x="41640" y="909379"/>
                    <a:pt x="27226" y="903409"/>
                    <a:pt x="16598" y="892781"/>
                  </a:cubicBezTo>
                  <a:cubicBezTo>
                    <a:pt x="5971" y="882154"/>
                    <a:pt x="0" y="867739"/>
                    <a:pt x="0" y="852709"/>
                  </a:cubicBezTo>
                  <a:lnTo>
                    <a:pt x="0" y="56670"/>
                  </a:lnTo>
                  <a:cubicBezTo>
                    <a:pt x="0" y="41640"/>
                    <a:pt x="5971" y="27226"/>
                    <a:pt x="16598" y="16598"/>
                  </a:cubicBezTo>
                  <a:cubicBezTo>
                    <a:pt x="27226" y="5971"/>
                    <a:pt x="41640" y="0"/>
                    <a:pt x="5667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85725"/>
              <a:ext cx="2286638" cy="823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677950" y="4517864"/>
            <a:ext cx="1031674" cy="1252584"/>
          </a:xfrm>
          <a:custGeom>
            <a:avLst/>
            <a:gdLst/>
            <a:ahLst/>
            <a:cxnLst/>
            <a:rect r="r" b="b" t="t" l="l"/>
            <a:pathLst>
              <a:path h="1252584" w="1031674">
                <a:moveTo>
                  <a:pt x="0" y="0"/>
                </a:moveTo>
                <a:lnTo>
                  <a:pt x="1031674" y="0"/>
                </a:lnTo>
                <a:lnTo>
                  <a:pt x="1031674" y="1252585"/>
                </a:lnTo>
                <a:lnTo>
                  <a:pt x="0" y="12525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450687" y="7432264"/>
            <a:ext cx="1400875" cy="924578"/>
          </a:xfrm>
          <a:custGeom>
            <a:avLst/>
            <a:gdLst/>
            <a:ahLst/>
            <a:cxnLst/>
            <a:rect r="r" b="b" t="t" l="l"/>
            <a:pathLst>
              <a:path h="924578" w="1400875">
                <a:moveTo>
                  <a:pt x="0" y="0"/>
                </a:moveTo>
                <a:lnTo>
                  <a:pt x="1400875" y="0"/>
                </a:lnTo>
                <a:lnTo>
                  <a:pt x="1400875" y="924577"/>
                </a:lnTo>
                <a:lnTo>
                  <a:pt x="0" y="9245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90575" y="3867276"/>
            <a:ext cx="8537476" cy="269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58"/>
              </a:lnSpc>
            </a:pPr>
            <a:r>
              <a:rPr lang="en-US" b="true" sz="8472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Project Description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13891" y="2347301"/>
            <a:ext cx="3556933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2000" spc="32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</a:t>
            </a:r>
            <a:r>
              <a:rPr lang="en-US" b="true" sz="2000" spc="32" u="non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otionMatrix (MM) is a web-based application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37312" y="4441664"/>
            <a:ext cx="4756569" cy="180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2000" spc="32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It d</a:t>
            </a:r>
            <a:r>
              <a:rPr lang="en-US" b="true" sz="2000" spc="32" u="non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esigned to enhance efficiency</a:t>
            </a:r>
          </a:p>
          <a:p>
            <a:pPr algn="ctr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2000" spc="32" u="non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 garment factories by automating activity tracking and performance monitoring.</a:t>
            </a:r>
          </a:p>
          <a:p>
            <a:pPr algn="just" marL="0" indent="0" lvl="0">
              <a:lnSpc>
                <a:spcPts val="2700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2280187" y="6779535"/>
            <a:ext cx="4518444" cy="2768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2000" spc="32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It add</a:t>
            </a:r>
            <a:r>
              <a:rPr lang="en-US" b="true" sz="2000" spc="32" u="non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resses issues like:</a:t>
            </a:r>
          </a:p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2000" spc="32" u="non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  Manual record-keeping</a:t>
            </a:r>
          </a:p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2000" spc="32" u="non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  Lack of real-time insights</a:t>
            </a:r>
          </a:p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2000" spc="32" u="non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Key functionalities include worker    scheduling and productivity analysis.</a:t>
            </a:r>
          </a:p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1770"/>
              </a:lnSpc>
              <a:spcBef>
                <a:spcPct val="0"/>
              </a:spcBef>
            </a:pPr>
          </a:p>
        </p:txBody>
      </p:sp>
      <p:sp>
        <p:nvSpPr>
          <p:cNvPr name="AutoShape 18" id="18"/>
          <p:cNvSpPr/>
          <p:nvPr/>
        </p:nvSpPr>
        <p:spPr>
          <a:xfrm flipV="true">
            <a:off x="12061112" y="2375876"/>
            <a:ext cx="0" cy="7387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V="true">
            <a:off x="12061112" y="4774758"/>
            <a:ext cx="0" cy="7387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12061112" y="7477529"/>
            <a:ext cx="0" cy="7387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58798" y="2697161"/>
            <a:ext cx="4892678" cy="489267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31222" t="0" r="-6995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796261" y="1028700"/>
            <a:ext cx="1463216" cy="146321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67318" y="2697161"/>
            <a:ext cx="1463216" cy="146321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67318" y="5927221"/>
            <a:ext cx="1463216" cy="146321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028119" y="1639405"/>
            <a:ext cx="1463216" cy="146321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388852" y="2066895"/>
            <a:ext cx="741751" cy="608236"/>
          </a:xfrm>
          <a:custGeom>
            <a:avLst/>
            <a:gdLst/>
            <a:ahLst/>
            <a:cxnLst/>
            <a:rect r="r" b="b" t="t" l="l"/>
            <a:pathLst>
              <a:path h="608236" w="741751">
                <a:moveTo>
                  <a:pt x="0" y="0"/>
                </a:moveTo>
                <a:lnTo>
                  <a:pt x="741751" y="0"/>
                </a:lnTo>
                <a:lnTo>
                  <a:pt x="741751" y="608236"/>
                </a:lnTo>
                <a:lnTo>
                  <a:pt x="0" y="6082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175910" y="1332986"/>
            <a:ext cx="703917" cy="854645"/>
          </a:xfrm>
          <a:custGeom>
            <a:avLst/>
            <a:gdLst/>
            <a:ahLst/>
            <a:cxnLst/>
            <a:rect r="r" b="b" t="t" l="l"/>
            <a:pathLst>
              <a:path h="854645" w="703917">
                <a:moveTo>
                  <a:pt x="0" y="0"/>
                </a:moveTo>
                <a:lnTo>
                  <a:pt x="703917" y="0"/>
                </a:lnTo>
                <a:lnTo>
                  <a:pt x="703917" y="854645"/>
                </a:lnTo>
                <a:lnTo>
                  <a:pt x="0" y="8546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804764" y="3102622"/>
            <a:ext cx="988326" cy="652295"/>
          </a:xfrm>
          <a:custGeom>
            <a:avLst/>
            <a:gdLst/>
            <a:ahLst/>
            <a:cxnLst/>
            <a:rect r="r" b="b" t="t" l="l"/>
            <a:pathLst>
              <a:path h="652295" w="988326">
                <a:moveTo>
                  <a:pt x="0" y="0"/>
                </a:moveTo>
                <a:lnTo>
                  <a:pt x="988326" y="0"/>
                </a:lnTo>
                <a:lnTo>
                  <a:pt x="988326" y="652295"/>
                </a:lnTo>
                <a:lnTo>
                  <a:pt x="0" y="6522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875201" y="6240496"/>
            <a:ext cx="847451" cy="836665"/>
          </a:xfrm>
          <a:custGeom>
            <a:avLst/>
            <a:gdLst/>
            <a:ahLst/>
            <a:cxnLst/>
            <a:rect r="r" b="b" t="t" l="l"/>
            <a:pathLst>
              <a:path h="836665" w="847451">
                <a:moveTo>
                  <a:pt x="0" y="0"/>
                </a:moveTo>
                <a:lnTo>
                  <a:pt x="847451" y="0"/>
                </a:lnTo>
                <a:lnTo>
                  <a:pt x="847451" y="836665"/>
                </a:lnTo>
                <a:lnTo>
                  <a:pt x="0" y="8366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4264" y="1697098"/>
            <a:ext cx="8537476" cy="269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58"/>
              </a:lnSpc>
            </a:pPr>
            <a:r>
              <a:rPr lang="en-US" b="true" sz="8472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Normal Features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38218" y="5114925"/>
            <a:ext cx="6613419" cy="352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 spc="143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Face </a:t>
            </a:r>
            <a:r>
              <a:rPr lang="en-US" b="true" sz="2399" spc="143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recognition of workers.</a:t>
            </a:r>
          </a:p>
          <a:p>
            <a:pPr algn="l" marL="518158" indent="-259079" lvl="1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 spc="143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Worker’s Hand activity detection.  </a:t>
            </a:r>
          </a:p>
          <a:p>
            <a:pPr algn="l" marL="518158" indent="-259079" lvl="1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 spc="143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Time measurement based on whether the worker is active or idle.</a:t>
            </a:r>
          </a:p>
          <a:p>
            <a:pPr algn="l" marL="518158" indent="-259079" lvl="1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 spc="143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Create or remove profiles for the workers.</a:t>
            </a:r>
          </a:p>
          <a:p>
            <a:pPr algn="l" marL="518158" indent="-259079" lvl="1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 spc="143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Generate various types of reports. </a:t>
            </a:r>
          </a:p>
          <a:p>
            <a:pPr algn="l" marL="0" indent="0" lvl="0">
              <a:lnSpc>
                <a:spcPts val="3239"/>
              </a:lnSpc>
              <a:spcBef>
                <a:spcPct val="0"/>
              </a:spcBef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1541184" y="8675725"/>
            <a:ext cx="4845334" cy="582575"/>
            <a:chOff x="0" y="0"/>
            <a:chExt cx="1276137" cy="15343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76137" cy="153435"/>
            </a:xfrm>
            <a:custGeom>
              <a:avLst/>
              <a:gdLst/>
              <a:ahLst/>
              <a:cxnLst/>
              <a:rect r="r" b="b" t="t" l="l"/>
              <a:pathLst>
                <a:path h="153435" w="1276137">
                  <a:moveTo>
                    <a:pt x="76718" y="0"/>
                  </a:moveTo>
                  <a:lnTo>
                    <a:pt x="1199420" y="0"/>
                  </a:lnTo>
                  <a:cubicBezTo>
                    <a:pt x="1219767" y="0"/>
                    <a:pt x="1239280" y="8083"/>
                    <a:pt x="1253667" y="22470"/>
                  </a:cubicBezTo>
                  <a:cubicBezTo>
                    <a:pt x="1268055" y="36857"/>
                    <a:pt x="1276137" y="56371"/>
                    <a:pt x="1276137" y="76718"/>
                  </a:cubicBezTo>
                  <a:lnTo>
                    <a:pt x="1276137" y="76718"/>
                  </a:lnTo>
                  <a:cubicBezTo>
                    <a:pt x="1276137" y="97064"/>
                    <a:pt x="1268055" y="116578"/>
                    <a:pt x="1253667" y="130965"/>
                  </a:cubicBezTo>
                  <a:cubicBezTo>
                    <a:pt x="1239280" y="145353"/>
                    <a:pt x="1219767" y="153435"/>
                    <a:pt x="1199420" y="153435"/>
                  </a:cubicBezTo>
                  <a:lnTo>
                    <a:pt x="76718" y="153435"/>
                  </a:lnTo>
                  <a:cubicBezTo>
                    <a:pt x="56371" y="153435"/>
                    <a:pt x="36857" y="145353"/>
                    <a:pt x="22470" y="130965"/>
                  </a:cubicBezTo>
                  <a:cubicBezTo>
                    <a:pt x="8083" y="116578"/>
                    <a:pt x="0" y="97064"/>
                    <a:pt x="0" y="76718"/>
                  </a:cubicBezTo>
                  <a:lnTo>
                    <a:pt x="0" y="76718"/>
                  </a:lnTo>
                  <a:cubicBezTo>
                    <a:pt x="0" y="56371"/>
                    <a:pt x="8083" y="36857"/>
                    <a:pt x="22470" y="22470"/>
                  </a:cubicBezTo>
                  <a:cubicBezTo>
                    <a:pt x="36857" y="8083"/>
                    <a:pt x="56371" y="0"/>
                    <a:pt x="76718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276137" cy="191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58798" y="2697161"/>
            <a:ext cx="4892678" cy="489267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31222" t="0" r="-6995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796261" y="1028700"/>
            <a:ext cx="1463216" cy="146321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67318" y="2697161"/>
            <a:ext cx="1463216" cy="146321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67318" y="5927221"/>
            <a:ext cx="1463216" cy="146321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028119" y="1639405"/>
            <a:ext cx="1463216" cy="146321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388852" y="2066895"/>
            <a:ext cx="741751" cy="608236"/>
          </a:xfrm>
          <a:custGeom>
            <a:avLst/>
            <a:gdLst/>
            <a:ahLst/>
            <a:cxnLst/>
            <a:rect r="r" b="b" t="t" l="l"/>
            <a:pathLst>
              <a:path h="608236" w="741751">
                <a:moveTo>
                  <a:pt x="0" y="0"/>
                </a:moveTo>
                <a:lnTo>
                  <a:pt x="741751" y="0"/>
                </a:lnTo>
                <a:lnTo>
                  <a:pt x="741751" y="608236"/>
                </a:lnTo>
                <a:lnTo>
                  <a:pt x="0" y="6082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175910" y="1332986"/>
            <a:ext cx="703917" cy="854645"/>
          </a:xfrm>
          <a:custGeom>
            <a:avLst/>
            <a:gdLst/>
            <a:ahLst/>
            <a:cxnLst/>
            <a:rect r="r" b="b" t="t" l="l"/>
            <a:pathLst>
              <a:path h="854645" w="703917">
                <a:moveTo>
                  <a:pt x="0" y="0"/>
                </a:moveTo>
                <a:lnTo>
                  <a:pt x="703917" y="0"/>
                </a:lnTo>
                <a:lnTo>
                  <a:pt x="703917" y="854645"/>
                </a:lnTo>
                <a:lnTo>
                  <a:pt x="0" y="8546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804764" y="3102622"/>
            <a:ext cx="988326" cy="652295"/>
          </a:xfrm>
          <a:custGeom>
            <a:avLst/>
            <a:gdLst/>
            <a:ahLst/>
            <a:cxnLst/>
            <a:rect r="r" b="b" t="t" l="l"/>
            <a:pathLst>
              <a:path h="652295" w="988326">
                <a:moveTo>
                  <a:pt x="0" y="0"/>
                </a:moveTo>
                <a:lnTo>
                  <a:pt x="988326" y="0"/>
                </a:lnTo>
                <a:lnTo>
                  <a:pt x="988326" y="652295"/>
                </a:lnTo>
                <a:lnTo>
                  <a:pt x="0" y="6522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875201" y="6240496"/>
            <a:ext cx="847451" cy="836665"/>
          </a:xfrm>
          <a:custGeom>
            <a:avLst/>
            <a:gdLst/>
            <a:ahLst/>
            <a:cxnLst/>
            <a:rect r="r" b="b" t="t" l="l"/>
            <a:pathLst>
              <a:path h="836665" w="847451">
                <a:moveTo>
                  <a:pt x="0" y="0"/>
                </a:moveTo>
                <a:lnTo>
                  <a:pt x="847451" y="0"/>
                </a:lnTo>
                <a:lnTo>
                  <a:pt x="847451" y="836665"/>
                </a:lnTo>
                <a:lnTo>
                  <a:pt x="0" y="8366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8564" y="1968616"/>
            <a:ext cx="8537476" cy="269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58"/>
              </a:lnSpc>
            </a:pPr>
            <a:r>
              <a:rPr lang="en-US" b="true" sz="8472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Exciting Features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38218" y="5378757"/>
            <a:ext cx="6613419" cy="218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 spc="143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Real-time </a:t>
            </a:r>
            <a:r>
              <a:rPr lang="en-US" b="true" sz="2399" spc="143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notifications for inactivity</a:t>
            </a:r>
          </a:p>
          <a:p>
            <a:pPr algn="l" marL="518158" indent="-259079" lvl="1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 spc="143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Overtime management</a:t>
            </a:r>
          </a:p>
          <a:p>
            <a:pPr algn="l" marL="518158" indent="-259079" lvl="1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 spc="143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Messaging system for replacement requests</a:t>
            </a:r>
          </a:p>
          <a:p>
            <a:pPr algn="l" marL="0" indent="0" lvl="0">
              <a:lnSpc>
                <a:spcPts val="3239"/>
              </a:lnSpc>
              <a:spcBef>
                <a:spcPct val="0"/>
              </a:spcBef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1541184" y="8675725"/>
            <a:ext cx="4845334" cy="582575"/>
            <a:chOff x="0" y="0"/>
            <a:chExt cx="1276137" cy="15343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76137" cy="153435"/>
            </a:xfrm>
            <a:custGeom>
              <a:avLst/>
              <a:gdLst/>
              <a:ahLst/>
              <a:cxnLst/>
              <a:rect r="r" b="b" t="t" l="l"/>
              <a:pathLst>
                <a:path h="153435" w="1276137">
                  <a:moveTo>
                    <a:pt x="76718" y="0"/>
                  </a:moveTo>
                  <a:lnTo>
                    <a:pt x="1199420" y="0"/>
                  </a:lnTo>
                  <a:cubicBezTo>
                    <a:pt x="1219767" y="0"/>
                    <a:pt x="1239280" y="8083"/>
                    <a:pt x="1253667" y="22470"/>
                  </a:cubicBezTo>
                  <a:cubicBezTo>
                    <a:pt x="1268055" y="36857"/>
                    <a:pt x="1276137" y="56371"/>
                    <a:pt x="1276137" y="76718"/>
                  </a:cubicBezTo>
                  <a:lnTo>
                    <a:pt x="1276137" y="76718"/>
                  </a:lnTo>
                  <a:cubicBezTo>
                    <a:pt x="1276137" y="97064"/>
                    <a:pt x="1268055" y="116578"/>
                    <a:pt x="1253667" y="130965"/>
                  </a:cubicBezTo>
                  <a:cubicBezTo>
                    <a:pt x="1239280" y="145353"/>
                    <a:pt x="1219767" y="153435"/>
                    <a:pt x="1199420" y="153435"/>
                  </a:cubicBezTo>
                  <a:lnTo>
                    <a:pt x="76718" y="153435"/>
                  </a:lnTo>
                  <a:cubicBezTo>
                    <a:pt x="56371" y="153435"/>
                    <a:pt x="36857" y="145353"/>
                    <a:pt x="22470" y="130965"/>
                  </a:cubicBezTo>
                  <a:cubicBezTo>
                    <a:pt x="8083" y="116578"/>
                    <a:pt x="0" y="97064"/>
                    <a:pt x="0" y="76718"/>
                  </a:cubicBezTo>
                  <a:lnTo>
                    <a:pt x="0" y="76718"/>
                  </a:lnTo>
                  <a:cubicBezTo>
                    <a:pt x="0" y="56371"/>
                    <a:pt x="8083" y="36857"/>
                    <a:pt x="22470" y="22470"/>
                  </a:cubicBezTo>
                  <a:cubicBezTo>
                    <a:pt x="36857" y="8083"/>
                    <a:pt x="56371" y="0"/>
                    <a:pt x="76718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276137" cy="191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16040" y="2789506"/>
            <a:ext cx="6914101" cy="4256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58"/>
              </a:lnSpc>
            </a:pPr>
            <a:r>
              <a:rPr lang="en-US" sz="7689" b="tru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Strategy </a:t>
            </a:r>
          </a:p>
          <a:p>
            <a:pPr algn="ctr" marL="0" indent="0" lvl="1">
              <a:lnSpc>
                <a:spcPts val="7458"/>
              </a:lnSpc>
              <a:spcBef>
                <a:spcPct val="0"/>
              </a:spcBef>
            </a:pPr>
            <a:r>
              <a:rPr lang="en-US" b="true" sz="7689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&amp; Development Plan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035864" y="7870165"/>
            <a:ext cx="4026853" cy="606389"/>
            <a:chOff x="0" y="0"/>
            <a:chExt cx="1348022" cy="2029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48022" cy="202994"/>
            </a:xfrm>
            <a:custGeom>
              <a:avLst/>
              <a:gdLst/>
              <a:ahLst/>
              <a:cxnLst/>
              <a:rect r="r" b="b" t="t" l="l"/>
              <a:pathLst>
                <a:path h="202994" w="1348022">
                  <a:moveTo>
                    <a:pt x="96129" y="0"/>
                  </a:moveTo>
                  <a:lnTo>
                    <a:pt x="1251893" y="0"/>
                  </a:lnTo>
                  <a:cubicBezTo>
                    <a:pt x="1304984" y="0"/>
                    <a:pt x="1348022" y="43038"/>
                    <a:pt x="1348022" y="96129"/>
                  </a:cubicBezTo>
                  <a:lnTo>
                    <a:pt x="1348022" y="106865"/>
                  </a:lnTo>
                  <a:cubicBezTo>
                    <a:pt x="1348022" y="159955"/>
                    <a:pt x="1304984" y="202994"/>
                    <a:pt x="1251893" y="202994"/>
                  </a:cubicBezTo>
                  <a:lnTo>
                    <a:pt x="96129" y="202994"/>
                  </a:lnTo>
                  <a:cubicBezTo>
                    <a:pt x="43038" y="202994"/>
                    <a:pt x="0" y="159955"/>
                    <a:pt x="0" y="106865"/>
                  </a:cubicBezTo>
                  <a:lnTo>
                    <a:pt x="0" y="96129"/>
                  </a:lnTo>
                  <a:cubicBezTo>
                    <a:pt x="0" y="43038"/>
                    <a:pt x="43038" y="0"/>
                    <a:pt x="96129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5725"/>
              <a:ext cx="1348022" cy="117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175402" y="1600759"/>
            <a:ext cx="6830714" cy="2128485"/>
            <a:chOff x="0" y="0"/>
            <a:chExt cx="2286638" cy="7125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6638" cy="712528"/>
            </a:xfrm>
            <a:custGeom>
              <a:avLst/>
              <a:gdLst/>
              <a:ahLst/>
              <a:cxnLst/>
              <a:rect r="r" b="b" t="t" l="l"/>
              <a:pathLst>
                <a:path h="712528" w="2286638">
                  <a:moveTo>
                    <a:pt x="56670" y="0"/>
                  </a:moveTo>
                  <a:lnTo>
                    <a:pt x="2229968" y="0"/>
                  </a:lnTo>
                  <a:cubicBezTo>
                    <a:pt x="2261266" y="0"/>
                    <a:pt x="2286638" y="25372"/>
                    <a:pt x="2286638" y="56670"/>
                  </a:cubicBezTo>
                  <a:lnTo>
                    <a:pt x="2286638" y="655858"/>
                  </a:lnTo>
                  <a:cubicBezTo>
                    <a:pt x="2286638" y="670888"/>
                    <a:pt x="2280667" y="685302"/>
                    <a:pt x="2270040" y="695930"/>
                  </a:cubicBezTo>
                  <a:cubicBezTo>
                    <a:pt x="2259412" y="706557"/>
                    <a:pt x="2244998" y="712528"/>
                    <a:pt x="2229968" y="712528"/>
                  </a:cubicBezTo>
                  <a:lnTo>
                    <a:pt x="56670" y="712528"/>
                  </a:lnTo>
                  <a:cubicBezTo>
                    <a:pt x="25372" y="712528"/>
                    <a:pt x="0" y="687156"/>
                    <a:pt x="0" y="655858"/>
                  </a:cubicBezTo>
                  <a:lnTo>
                    <a:pt x="0" y="56670"/>
                  </a:lnTo>
                  <a:cubicBezTo>
                    <a:pt x="0" y="41640"/>
                    <a:pt x="5971" y="27226"/>
                    <a:pt x="16598" y="16598"/>
                  </a:cubicBezTo>
                  <a:cubicBezTo>
                    <a:pt x="27226" y="5971"/>
                    <a:pt x="41640" y="0"/>
                    <a:pt x="5667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85725"/>
              <a:ext cx="2286638" cy="626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175402" y="4137367"/>
            <a:ext cx="6830714" cy="2128485"/>
            <a:chOff x="0" y="0"/>
            <a:chExt cx="2286638" cy="7125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86638" cy="712528"/>
            </a:xfrm>
            <a:custGeom>
              <a:avLst/>
              <a:gdLst/>
              <a:ahLst/>
              <a:cxnLst/>
              <a:rect r="r" b="b" t="t" l="l"/>
              <a:pathLst>
                <a:path h="712528" w="2286638">
                  <a:moveTo>
                    <a:pt x="56670" y="0"/>
                  </a:moveTo>
                  <a:lnTo>
                    <a:pt x="2229968" y="0"/>
                  </a:lnTo>
                  <a:cubicBezTo>
                    <a:pt x="2261266" y="0"/>
                    <a:pt x="2286638" y="25372"/>
                    <a:pt x="2286638" y="56670"/>
                  </a:cubicBezTo>
                  <a:lnTo>
                    <a:pt x="2286638" y="655858"/>
                  </a:lnTo>
                  <a:cubicBezTo>
                    <a:pt x="2286638" y="670888"/>
                    <a:pt x="2280667" y="685302"/>
                    <a:pt x="2270040" y="695930"/>
                  </a:cubicBezTo>
                  <a:cubicBezTo>
                    <a:pt x="2259412" y="706557"/>
                    <a:pt x="2244998" y="712528"/>
                    <a:pt x="2229968" y="712528"/>
                  </a:cubicBezTo>
                  <a:lnTo>
                    <a:pt x="56670" y="712528"/>
                  </a:lnTo>
                  <a:cubicBezTo>
                    <a:pt x="25372" y="712528"/>
                    <a:pt x="0" y="687156"/>
                    <a:pt x="0" y="655858"/>
                  </a:cubicBezTo>
                  <a:lnTo>
                    <a:pt x="0" y="56670"/>
                  </a:lnTo>
                  <a:cubicBezTo>
                    <a:pt x="0" y="41640"/>
                    <a:pt x="5971" y="27226"/>
                    <a:pt x="16598" y="16598"/>
                  </a:cubicBezTo>
                  <a:cubicBezTo>
                    <a:pt x="27226" y="5971"/>
                    <a:pt x="41640" y="0"/>
                    <a:pt x="5667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85725"/>
              <a:ext cx="2286638" cy="626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175402" y="6675427"/>
            <a:ext cx="6830714" cy="2128485"/>
            <a:chOff x="0" y="0"/>
            <a:chExt cx="2286638" cy="7125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86638" cy="712528"/>
            </a:xfrm>
            <a:custGeom>
              <a:avLst/>
              <a:gdLst/>
              <a:ahLst/>
              <a:cxnLst/>
              <a:rect r="r" b="b" t="t" l="l"/>
              <a:pathLst>
                <a:path h="712528" w="2286638">
                  <a:moveTo>
                    <a:pt x="56670" y="0"/>
                  </a:moveTo>
                  <a:lnTo>
                    <a:pt x="2229968" y="0"/>
                  </a:lnTo>
                  <a:cubicBezTo>
                    <a:pt x="2261266" y="0"/>
                    <a:pt x="2286638" y="25372"/>
                    <a:pt x="2286638" y="56670"/>
                  </a:cubicBezTo>
                  <a:lnTo>
                    <a:pt x="2286638" y="655858"/>
                  </a:lnTo>
                  <a:cubicBezTo>
                    <a:pt x="2286638" y="670888"/>
                    <a:pt x="2280667" y="685302"/>
                    <a:pt x="2270040" y="695930"/>
                  </a:cubicBezTo>
                  <a:cubicBezTo>
                    <a:pt x="2259412" y="706557"/>
                    <a:pt x="2244998" y="712528"/>
                    <a:pt x="2229968" y="712528"/>
                  </a:cubicBezTo>
                  <a:lnTo>
                    <a:pt x="56670" y="712528"/>
                  </a:lnTo>
                  <a:cubicBezTo>
                    <a:pt x="25372" y="712528"/>
                    <a:pt x="0" y="687156"/>
                    <a:pt x="0" y="655858"/>
                  </a:cubicBezTo>
                  <a:lnTo>
                    <a:pt x="0" y="56670"/>
                  </a:lnTo>
                  <a:cubicBezTo>
                    <a:pt x="0" y="41640"/>
                    <a:pt x="5971" y="27226"/>
                    <a:pt x="16598" y="16598"/>
                  </a:cubicBezTo>
                  <a:cubicBezTo>
                    <a:pt x="27226" y="5971"/>
                    <a:pt x="41640" y="0"/>
                    <a:pt x="5667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85725"/>
              <a:ext cx="2286638" cy="626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990637" y="2052906"/>
            <a:ext cx="5200244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b="true" sz="3000" spc="48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</a:t>
            </a:r>
            <a:r>
              <a:rPr lang="en-US" b="true" sz="3000" spc="48" u="non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ivide project into independent modules</a:t>
            </a:r>
          </a:p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990637" y="4741852"/>
            <a:ext cx="5200244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b="true" sz="3000" spc="48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Pa</a:t>
            </a:r>
            <a:r>
              <a:rPr lang="en-US" b="true" sz="3000" spc="48" u="non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rallel development of modules</a:t>
            </a:r>
          </a:p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0990637" y="7089115"/>
            <a:ext cx="5200244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b="true" sz="3000" spc="48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Pa</a:t>
            </a:r>
            <a:r>
              <a:rPr lang="en-US" b="true" sz="3000" spc="48" u="non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ir programming for interdependent parts</a:t>
            </a:r>
          </a:p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36740" y="2932889"/>
            <a:ext cx="3443373" cy="5819980"/>
            <a:chOff x="0" y="0"/>
            <a:chExt cx="612460" cy="10351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2460" cy="1035178"/>
            </a:xfrm>
            <a:custGeom>
              <a:avLst/>
              <a:gdLst/>
              <a:ahLst/>
              <a:cxnLst/>
              <a:rect r="r" b="b" t="t" l="l"/>
              <a:pathLst>
                <a:path h="1035178" w="612460">
                  <a:moveTo>
                    <a:pt x="0" y="0"/>
                  </a:moveTo>
                  <a:lnTo>
                    <a:pt x="612460" y="0"/>
                  </a:lnTo>
                  <a:lnTo>
                    <a:pt x="612460" y="1035178"/>
                  </a:lnTo>
                  <a:lnTo>
                    <a:pt x="0" y="1035178"/>
                  </a:lnTo>
                  <a:close/>
                </a:path>
              </a:pathLst>
            </a:custGeom>
            <a:blipFill>
              <a:blip r:embed="rId2"/>
              <a:stretch>
                <a:fillRect l="-9171" t="0" r="-470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80113" y="2932889"/>
            <a:ext cx="3363887" cy="5819980"/>
            <a:chOff x="0" y="0"/>
            <a:chExt cx="1017147" cy="17598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7147" cy="1759802"/>
            </a:xfrm>
            <a:custGeom>
              <a:avLst/>
              <a:gdLst/>
              <a:ahLst/>
              <a:cxnLst/>
              <a:rect r="r" b="b" t="t" l="l"/>
              <a:pathLst>
                <a:path h="1759802" w="1017147">
                  <a:moveTo>
                    <a:pt x="0" y="0"/>
                  </a:moveTo>
                  <a:lnTo>
                    <a:pt x="1017147" y="0"/>
                  </a:lnTo>
                  <a:lnTo>
                    <a:pt x="1017147" y="1759802"/>
                  </a:lnTo>
                  <a:lnTo>
                    <a:pt x="0" y="1759802"/>
                  </a:ln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17147" cy="1797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0" y="2932889"/>
            <a:ext cx="3443373" cy="5819980"/>
            <a:chOff x="0" y="0"/>
            <a:chExt cx="612460" cy="10351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12460" cy="1035178"/>
            </a:xfrm>
            <a:custGeom>
              <a:avLst/>
              <a:gdLst/>
              <a:ahLst/>
              <a:cxnLst/>
              <a:rect r="r" b="b" t="t" l="l"/>
              <a:pathLst>
                <a:path h="1035178" w="612460">
                  <a:moveTo>
                    <a:pt x="0" y="0"/>
                  </a:moveTo>
                  <a:lnTo>
                    <a:pt x="612460" y="0"/>
                  </a:lnTo>
                  <a:lnTo>
                    <a:pt x="612460" y="1035178"/>
                  </a:lnTo>
                  <a:lnTo>
                    <a:pt x="0" y="1035178"/>
                  </a:lnTo>
                  <a:close/>
                </a:path>
              </a:pathLst>
            </a:custGeom>
            <a:blipFill>
              <a:blip r:embed="rId3"/>
              <a:stretch>
                <a:fillRect l="-6304" t="0" r="-6304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587373" y="2932889"/>
            <a:ext cx="3363887" cy="5819980"/>
            <a:chOff x="0" y="0"/>
            <a:chExt cx="1017147" cy="17598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7147" cy="1759802"/>
            </a:xfrm>
            <a:custGeom>
              <a:avLst/>
              <a:gdLst/>
              <a:ahLst/>
              <a:cxnLst/>
              <a:rect r="r" b="b" t="t" l="l"/>
              <a:pathLst>
                <a:path h="1759802" w="1017147">
                  <a:moveTo>
                    <a:pt x="0" y="0"/>
                  </a:moveTo>
                  <a:lnTo>
                    <a:pt x="1017147" y="0"/>
                  </a:lnTo>
                  <a:lnTo>
                    <a:pt x="1017147" y="1759802"/>
                  </a:lnTo>
                  <a:lnTo>
                    <a:pt x="0" y="1759802"/>
                  </a:ln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17147" cy="1797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168623" y="3983913"/>
            <a:ext cx="706138" cy="579034"/>
          </a:xfrm>
          <a:custGeom>
            <a:avLst/>
            <a:gdLst/>
            <a:ahLst/>
            <a:cxnLst/>
            <a:rect r="r" b="b" t="t" l="l"/>
            <a:pathLst>
              <a:path h="579034" w="706138">
                <a:moveTo>
                  <a:pt x="0" y="0"/>
                </a:moveTo>
                <a:lnTo>
                  <a:pt x="706139" y="0"/>
                </a:lnTo>
                <a:lnTo>
                  <a:pt x="706139" y="579033"/>
                </a:lnTo>
                <a:lnTo>
                  <a:pt x="0" y="579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197198" y="4955765"/>
            <a:ext cx="2408376" cy="1290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2199" b="tru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•Week 1–3: </a:t>
            </a:r>
          </a:p>
          <a:p>
            <a:pPr algn="l">
              <a:lnSpc>
                <a:spcPts val="2375"/>
              </a:lnSpc>
            </a:pPr>
            <a:r>
              <a:rPr lang="en-US" sz="2199" b="tru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SRS Documentation</a:t>
            </a:r>
          </a:p>
          <a:p>
            <a:pPr algn="l">
              <a:lnSpc>
                <a:spcPts val="2375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168623" y="7071713"/>
            <a:ext cx="2408376" cy="1290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2199" b="tru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•Week 4–8: Learning and UI Design</a:t>
            </a:r>
          </a:p>
          <a:p>
            <a:pPr algn="l">
              <a:lnSpc>
                <a:spcPts val="2375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2977898" y="3983913"/>
            <a:ext cx="706138" cy="579034"/>
          </a:xfrm>
          <a:custGeom>
            <a:avLst/>
            <a:gdLst/>
            <a:ahLst/>
            <a:cxnLst/>
            <a:rect r="r" b="b" t="t" l="l"/>
            <a:pathLst>
              <a:path h="579034" w="706138">
                <a:moveTo>
                  <a:pt x="0" y="0"/>
                </a:moveTo>
                <a:lnTo>
                  <a:pt x="706138" y="0"/>
                </a:lnTo>
                <a:lnTo>
                  <a:pt x="706138" y="579033"/>
                </a:lnTo>
                <a:lnTo>
                  <a:pt x="0" y="579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791762" y="1273410"/>
            <a:ext cx="16019988" cy="977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6"/>
              </a:lnSpc>
            </a:pPr>
            <a:r>
              <a:rPr lang="en-US" b="true" sz="6800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Development Timeline (12 Weeks)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77898" y="4906378"/>
            <a:ext cx="2408376" cy="1290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2199" b="tru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•Week 9–11:</a:t>
            </a:r>
          </a:p>
          <a:p>
            <a:pPr algn="l">
              <a:lnSpc>
                <a:spcPts val="2375"/>
              </a:lnSpc>
            </a:pPr>
            <a:r>
              <a:rPr lang="en-US" sz="2199" b="tru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Face &amp; Hand Recognition</a:t>
            </a:r>
          </a:p>
          <a:p>
            <a:pPr algn="l">
              <a:lnSpc>
                <a:spcPts val="2375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2977898" y="7126372"/>
            <a:ext cx="2408376" cy="1290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2199" b="tru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•Week 12: </a:t>
            </a:r>
          </a:p>
          <a:p>
            <a:pPr algn="l">
              <a:lnSpc>
                <a:spcPts val="2375"/>
              </a:lnSpc>
            </a:pPr>
            <a:r>
              <a:rPr lang="en-US" sz="2199" b="tru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Testing and Deployment</a:t>
            </a:r>
          </a:p>
          <a:p>
            <a:pPr algn="l">
              <a:lnSpc>
                <a:spcPts val="2375"/>
              </a:lnSpc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197198" y="6151343"/>
            <a:ext cx="706138" cy="579034"/>
          </a:xfrm>
          <a:custGeom>
            <a:avLst/>
            <a:gdLst/>
            <a:ahLst/>
            <a:cxnLst/>
            <a:rect r="r" b="b" t="t" l="l"/>
            <a:pathLst>
              <a:path h="579034" w="706138">
                <a:moveTo>
                  <a:pt x="0" y="0"/>
                </a:moveTo>
                <a:lnTo>
                  <a:pt x="706139" y="0"/>
                </a:lnTo>
                <a:lnTo>
                  <a:pt x="706139" y="579033"/>
                </a:lnTo>
                <a:lnTo>
                  <a:pt x="0" y="579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977898" y="6315122"/>
            <a:ext cx="706138" cy="579034"/>
          </a:xfrm>
          <a:custGeom>
            <a:avLst/>
            <a:gdLst/>
            <a:ahLst/>
            <a:cxnLst/>
            <a:rect r="r" b="b" t="t" l="l"/>
            <a:pathLst>
              <a:path h="579034" w="706138">
                <a:moveTo>
                  <a:pt x="0" y="0"/>
                </a:moveTo>
                <a:lnTo>
                  <a:pt x="706138" y="0"/>
                </a:lnTo>
                <a:lnTo>
                  <a:pt x="706138" y="579033"/>
                </a:lnTo>
                <a:lnTo>
                  <a:pt x="0" y="579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19508" y="3239250"/>
            <a:ext cx="5648983" cy="4519187"/>
          </a:xfrm>
          <a:custGeom>
            <a:avLst/>
            <a:gdLst/>
            <a:ahLst/>
            <a:cxnLst/>
            <a:rect r="r" b="b" t="t" l="l"/>
            <a:pathLst>
              <a:path h="4519187" w="5648983">
                <a:moveTo>
                  <a:pt x="0" y="0"/>
                </a:moveTo>
                <a:lnTo>
                  <a:pt x="5648984" y="0"/>
                </a:lnTo>
                <a:lnTo>
                  <a:pt x="5648984" y="4519186"/>
                </a:lnTo>
                <a:lnTo>
                  <a:pt x="0" y="4519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68881" y="2903036"/>
            <a:ext cx="2070624" cy="2070624"/>
          </a:xfrm>
          <a:custGeom>
            <a:avLst/>
            <a:gdLst/>
            <a:ahLst/>
            <a:cxnLst/>
            <a:rect r="r" b="b" t="t" l="l"/>
            <a:pathLst>
              <a:path h="2070624" w="2070624">
                <a:moveTo>
                  <a:pt x="0" y="0"/>
                </a:moveTo>
                <a:lnTo>
                  <a:pt x="2070624" y="0"/>
                </a:lnTo>
                <a:lnTo>
                  <a:pt x="2070624" y="2070624"/>
                </a:lnTo>
                <a:lnTo>
                  <a:pt x="0" y="20706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03101" y="5955079"/>
            <a:ext cx="2002183" cy="2002183"/>
          </a:xfrm>
          <a:custGeom>
            <a:avLst/>
            <a:gdLst/>
            <a:ahLst/>
            <a:cxnLst/>
            <a:rect r="r" b="b" t="t" l="l"/>
            <a:pathLst>
              <a:path h="2002183" w="2002183">
                <a:moveTo>
                  <a:pt x="0" y="0"/>
                </a:moveTo>
                <a:lnTo>
                  <a:pt x="2002184" y="0"/>
                </a:lnTo>
                <a:lnTo>
                  <a:pt x="2002184" y="2002183"/>
                </a:lnTo>
                <a:lnTo>
                  <a:pt x="0" y="20021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44917" y="2903036"/>
            <a:ext cx="2229439" cy="2229439"/>
          </a:xfrm>
          <a:custGeom>
            <a:avLst/>
            <a:gdLst/>
            <a:ahLst/>
            <a:cxnLst/>
            <a:rect r="r" b="b" t="t" l="l"/>
            <a:pathLst>
              <a:path h="2229439" w="2229439">
                <a:moveTo>
                  <a:pt x="0" y="0"/>
                </a:moveTo>
                <a:lnTo>
                  <a:pt x="2229438" y="0"/>
                </a:lnTo>
                <a:lnTo>
                  <a:pt x="2229438" y="2229439"/>
                </a:lnTo>
                <a:lnTo>
                  <a:pt x="0" y="2229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15040" y="6083697"/>
            <a:ext cx="2159315" cy="2159315"/>
          </a:xfrm>
          <a:custGeom>
            <a:avLst/>
            <a:gdLst/>
            <a:ahLst/>
            <a:cxnLst/>
            <a:rect r="r" b="b" t="t" l="l"/>
            <a:pathLst>
              <a:path h="2159315" w="2159315">
                <a:moveTo>
                  <a:pt x="0" y="0"/>
                </a:moveTo>
                <a:lnTo>
                  <a:pt x="2159315" y="0"/>
                </a:lnTo>
                <a:lnTo>
                  <a:pt x="2159315" y="2159315"/>
                </a:lnTo>
                <a:lnTo>
                  <a:pt x="0" y="21593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46983" y="1047540"/>
            <a:ext cx="17194034" cy="115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0"/>
              </a:lnSpc>
            </a:pPr>
            <a:r>
              <a:rPr lang="en-US" b="true" sz="8000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LANGUAGES AND TOOLS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4482" y="8252537"/>
            <a:ext cx="3739422" cy="51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4"/>
              </a:lnSpc>
            </a:pPr>
            <a:r>
              <a:rPr lang="en-US" b="true" sz="32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MySQL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51724" y="5268910"/>
            <a:ext cx="3104937" cy="51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4"/>
              </a:lnSpc>
            </a:pPr>
            <a:r>
              <a:rPr lang="en-US" b="true" sz="32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React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07167" y="5268910"/>
            <a:ext cx="3104937" cy="51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4"/>
              </a:lnSpc>
            </a:pPr>
            <a:r>
              <a:rPr lang="en-US" b="true" sz="32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Django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07167" y="8252537"/>
            <a:ext cx="3104937" cy="51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4"/>
              </a:lnSpc>
            </a:pPr>
            <a:r>
              <a:rPr lang="en-US" b="true" sz="32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GitHub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AAD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82017" y="3347533"/>
            <a:ext cx="11923966" cy="3109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60"/>
              </a:lnSpc>
            </a:pPr>
            <a:r>
              <a:rPr lang="en-US" b="true" sz="12023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Thank you very much!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DAG4AV5qURA</dc:identifier>
  <dcterms:modified xsi:type="dcterms:W3CDTF">2011-08-01T06:04:30Z</dcterms:modified>
  <cp:revision>1</cp:revision>
  <dc:title>spl2 presentation slide</dc:title>
</cp:coreProperties>
</file>